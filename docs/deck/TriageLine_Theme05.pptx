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01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i="1">
                <a:solidFill>
                  <a:srgbClr val="EFE8DC"/>
                </a:solidFill>
                <a:latin typeface="Georgia"/>
              </a:rPr>
              <a:t>TriageLine: an assistant you can talk over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Theme 05 asks for a real-time agent that keeps working while the caller interrupts, corrects and changes their mind.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TriageLine answers immediately, runs tools in the background, and throws away anything the caller has made obsolete.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02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LiveKit room;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Silero VAD; hosted STT (Gemini, Deepgram or Groq).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ParticipantAgent: a fast path that acknowledges within milliseconds and a slow path for tools, ASR and vision.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Epoch-guarded coordination and an idempotency ledger.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Hosted TTS back into the room.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03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FDB-v3 benchmark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Official Full-Duplex-Bench v3 at pinned commit 3e799c45 via ./run_fdb_v3.sh, which fails loudly on runner errors or stale results.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Live judged pass rate: [pending — run ./run_fdb_v3.sh --require-judge].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First-response latency: [from results/results.md].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The offline text replay (85/100, judge off) is a diagnostic only.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04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Interruption and recovery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Every correction bumps an epoch.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Read-only work is cancelled and stale results are dropped.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State changes are never guessed: they reconcile through the ledger.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"Actually, don't do that" in the same breath performs nothing.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05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Honest evaluation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scripts/integrity_audit.py checks decision code for benchmark phrasing (PASS).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An independent held-out set of 30 new phrasings scores 26/30 with rules only.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The LLM planner (Gemini, with Cerebras, OpenRouter and Mistral failover) is schema-validated and cannot skip confirmation.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06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Extension: Triage 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Roadside-incident call flow on the same LiveKit shell: dialogue, deliberation, then a commit state machine (proposed, pending confirmation, finalized or aborted).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A mid-prompt correction aborts the stale action; nothing is dispatched without an explicit yes, and every dispatch is labelled simulated.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07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Product surface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Mobile PWA with text, voice clips and camera frames.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Continuous WebRTC voice at /rtc.html.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Authenticated token API for native LiveKit SDKs.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One ASGI server, Docker and compose.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All business tools are simulated.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20000"/>
            <a:ext cx="9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0">
                <a:solidFill>
                  <a:srgbClr val="E0714A"/>
                </a:solidFill>
                <a:latin typeface="Courier New"/>
              </a:rPr>
              <a:t>08 / 08   TriageLine · Theme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00000"/>
            <a:ext cx="10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i="0">
                <a:solidFill>
                  <a:srgbClr val="EFE8DC"/>
                </a:solidFill>
                <a:latin typeface="Georgia"/>
              </a:rPr>
              <a:t>Results and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2560000"/>
            <a:ext cx="10750000" cy="0"/>
          </a:xfrm>
          <a:prstGeom prst="line">
            <a:avLst/>
          </a:prstGeom>
          <a:ln>
            <a:solidFill>
              <a:srgbClr val="413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2800000"/>
            <a:ext cx="105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EFE8DC"/>
                </a:solidFill>
                <a:latin typeface="Helvetica"/>
              </a:rPr>
              <a:t>210+ Python and 10 JS tests pass; the practice harness scores 89/100.</a:t>
            </a:r>
          </a:p>
          <a:p>
            <a:pPr>
              <a:spcAft>
                <a:spcPts val="1000"/>
              </a:spcAft>
            </a:pPr>
            <a:r>
              <a:rPr sz="1700" i="0">
                <a:solidFill>
                  <a:srgbClr val="E0714A"/>
                </a:solidFill>
                <a:latin typeface="Helvetica"/>
              </a:rPr>
              <a:t>—  </a:t>
            </a:r>
            <a:r>
              <a:rPr sz="1700" i="0">
                <a:solidFill>
                  <a:srgbClr val="9A9184"/>
                </a:solidFill>
                <a:latin typeface="Helvetica"/>
              </a:rPr>
              <a:t>Still to prove: the judged live FDB-v3 run with team keys, real-room barge-in checks, real provider adapters, user identity and persistent sessions.</a:t>
            </a:r>
          </a:p>
        </p:txBody>
      </p:sp>
      <p:sp>
        <p:nvSpPr>
          <p:cNvPr id="6" name="Oval 5"/>
          <p:cNvSpPr/>
          <p:nvPr/>
        </p:nvSpPr>
        <p:spPr>
          <a:xfrm>
            <a:off x="11250000" y="580000"/>
            <a:ext cx="160000" cy="160000"/>
          </a:xfrm>
          <a:prstGeom prst="ellipse">
            <a:avLst/>
          </a:prstGeom>
          <a:solidFill>
            <a:srgbClr val="E0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