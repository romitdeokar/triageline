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omitDeokar/TriageLin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GDqNa02lEbf5xl4cgFHxh8mEMuRj_Doh/view?usp=sha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GDqNa02lEbf5xl4cgFHxh8mEMuRj_Doh/view?usp=shari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Wizards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9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configures, judge off(exact match) as sanctioned . 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 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  <a:hlinkClick r:id="rId3"/>
              </a:rPr>
              <a:t>https://drive.google.com/file/d/1GDqNa02lEbf5xl4cgFHxh8mEMuRj_Doh/view?usp=sharing</a:t>
            </a:r>
            <a:endParaRPr lang="en-US" sz="165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8" y="-27463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198" y="479961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Spoken-id repair: self-corrected ids ("order 4471, no wait, 90210") and spelled letter ids ("B O B" → BOB) resolve to the id the caller settled on</a:t>
            </a:r>
            <a:endParaRPr lang="en-US" sz="150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577216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30 Sep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99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tool-selection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80.6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%; argument acc. 43.7%; strict pass 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28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/100; avg latency 5.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82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242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8267069" y="670448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Remaining live gap is argument extraction under real STT surface forms(wrong tools 43, wrong arguments 29 of 72 failures). One recording(housing_14_61517db6) never triggered VAD → no agent response; reported as a miss.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Nine confirmation-safety probes (E-01…E-09)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7551174" y="4050000"/>
            <a:ext cx="3652626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b="1" dirty="0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https://drive.google.com/file/d/1GDqNa02lEbf5xl4cgFHxh8mEMuRj_Doh/view?usp=sharing</a:t>
            </a:r>
            <a:endParaRPr sz="1100" b="1" dirty="0">
              <a:solidFill>
                <a:srgbClr val="6D28D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2051</Words>
  <Application>Microsoft Office PowerPoint</Application>
  <PresentationFormat>Widescreen</PresentationFormat>
  <Paragraphs>149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ROMIT DEOKAR (RA2411003010615)</cp:lastModifiedBy>
  <cp:revision>8</cp:revision>
  <dcterms:created xsi:type="dcterms:W3CDTF">2026-09-07T12:01:01Z</dcterms:created>
  <dcterms:modified xsi:type="dcterms:W3CDTF">2026-10-01T01:22:02Z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